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Уровень текста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Темы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Авторство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Уровень текста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«Важная цитата»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tif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Очереди сообщений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Очереди сообщений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Транспорт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Транспорт</a:t>
            </a:r>
          </a:p>
        </p:txBody>
      </p:sp>
      <p:sp>
        <p:nvSpPr>
          <p:cNvPr id="175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Между браузером и сервером есть свой набор транспортов. Для общения между серверами тоже есть свой набор транспортов, например, те же HTTP-запросы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Между браузером и сервером есть свой набор транспортов. Для общения между серверами тоже есть свой набор транспортов, например, те же HTTP-запросы.</a:t>
            </a:r>
          </a:p>
          <a:p>
            <a:pPr/>
            <a:r>
              <a:t>Чтобы их отслеживать, существуют трассировки.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А если нужен поллинг...?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А если нужен поллинг...?</a:t>
            </a:r>
          </a:p>
        </p:txBody>
      </p:sp>
      <p:sp>
        <p:nvSpPr>
          <p:cNvPr id="179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Когда? Когда есть длительные операции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Когда? Когда есть длительные операции.</a:t>
            </a:r>
          </a:p>
          <a:p>
            <a:pPr/>
            <a:r>
              <a:t>Поллинг можно организовать, но когда-нибудь истечёт таймаут вышестоящего запроса, из-за чего мы не получим ответ вовремя.</a:t>
            </a:r>
          </a:p>
          <a:p>
            <a:pPr/>
          </a:p>
          <a:p>
            <a:pPr/>
            <a:r>
              <a:t>Альтернатива?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Автор и дата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Очереди сообщений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Очереди сообщений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Что это такое?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Что это такое?</a:t>
            </a:r>
          </a:p>
        </p:txBody>
      </p:sp>
      <p:sp>
        <p:nvSpPr>
          <p:cNvPr id="186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Промежуточный сервис сообщений, куда одни сервисы пишут и откуда другие читают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Промежуточный сервис сообщений, куда одни сервисы пишут и откуда другие читают.</a:t>
            </a:r>
          </a:p>
        </p:txBody>
      </p:sp>
      <p:pic>
        <p:nvPicPr>
          <p:cNvPr id="18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82727" y="7106553"/>
            <a:ext cx="12899535" cy="52413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Зачем?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Зачем?</a:t>
            </a:r>
          </a:p>
        </p:txBody>
      </p:sp>
      <p:sp>
        <p:nvSpPr>
          <p:cNvPr id="191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Чтобы асинхронно обмениваться информацией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Чтобы асинхронно обмениваться информацией.</a:t>
            </a:r>
          </a:p>
          <a:p>
            <a:pPr/>
            <a:r>
              <a:t>Чтобы можно было масштабировать приложения и их взаимодействие.</a:t>
            </a:r>
          </a:p>
          <a:p>
            <a:pPr/>
            <a:r>
              <a:t>Чтобы развязать зависимости между сервисами.</a:t>
            </a:r>
          </a:p>
          <a:p>
            <a:pPr/>
            <a:r>
              <a:t>Чтобы можно было не терять запросы одних сервисов к другим в случае потери сети (об этом позже).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Основные понятия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Основные понятия</a:t>
            </a:r>
          </a:p>
        </p:txBody>
      </p:sp>
      <p:sp>
        <p:nvSpPr>
          <p:cNvPr id="195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Сообщение - транспортный пакет, содержащий полезную информацию. Часто - JSON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Сообщение - транспортный пакет, содержащий полезную информацию. Часто - JSON.</a:t>
            </a:r>
          </a:p>
          <a:p>
            <a:pPr/>
            <a:r>
              <a:t>Очередь - сам сервис сообщений.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Заголовок слайда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Producer (источник, publisher) - тот, кто пишет сообщения в очередь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Producer (источник, publisher) - тот, кто пишет сообщения в очередь.</a:t>
            </a:r>
          </a:p>
          <a:p>
            <a:pPr/>
            <a:r>
              <a:t>Consumer (потребителей) - тот, кто читает сообщения из очереди.</a:t>
            </a:r>
          </a:p>
          <a:p>
            <a:pPr/>
            <a:r>
              <a:t>Схема - описание формата сообщений. Формат может быть абсолютно любым, главное, чтобы его понимали обе стороны взаимодействия.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Гарантии доставки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Гарантии доставки</a:t>
            </a:r>
          </a:p>
        </p:txBody>
      </p:sp>
      <p:sp>
        <p:nvSpPr>
          <p:cNvPr id="203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at least once - сообщений будет доставлено не меньше одного раза, при определённых обстоятельствах может и дважды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at least once - сообщений будет доставлено не меньше одного раза, при определённых обстоятельствах может и дважды.</a:t>
            </a:r>
          </a:p>
          <a:p>
            <a:pPr/>
            <a:r>
              <a:t>exactly once - сообщение будет доставлено ровно один раз.</a:t>
            </a:r>
          </a:p>
          <a:p>
            <a:pPr/>
            <a:r>
              <a:t>at most once - сообщение будет доставлено не больше одного раза (не повезёт - вообще не доставят).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abbitMQ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RabbitMQ</a:t>
            </a:r>
          </a:p>
        </p:txBody>
      </p:sp>
      <p:sp>
        <p:nvSpPr>
          <p:cNvPr id="207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Одна из самых популярных очередей (брокеров) сообщений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Одна из самых популярных очередей (брокеров) сообщений.</a:t>
            </a:r>
          </a:p>
          <a:p>
            <a:pPr/>
            <a:r>
              <a:t>RabbitMQ создан на Erlang и на основе платформы Open Telecom.</a:t>
            </a:r>
          </a:p>
        </p:txBody>
      </p:sp>
      <p:pic>
        <p:nvPicPr>
          <p:cNvPr id="209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11859" y="1142254"/>
            <a:ext cx="3797303" cy="2133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Почему RabbitMQ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Почему RabbitMQ</a:t>
            </a:r>
          </a:p>
        </p:txBody>
      </p:sp>
      <p:sp>
        <p:nvSpPr>
          <p:cNvPr id="212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Поддержка нескольких протоколов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Поддержка нескольких протоколов.</a:t>
            </a:r>
          </a:p>
          <a:p>
            <a:pPr/>
            <a:r>
              <a:t>Гибкая топология.</a:t>
            </a:r>
          </a:p>
          <a:p>
            <a:pPr/>
            <a:r>
              <a:t>Удаление сообщений после чтения.</a:t>
            </a:r>
          </a:p>
          <a:p>
            <a:pPr/>
            <a:r>
              <a:t>Приоритизация очередей.</a:t>
            </a:r>
          </a:p>
          <a:p>
            <a:pPr/>
            <a:r>
              <a:t>Горизонтальное масштабирование.</a:t>
            </a:r>
          </a:p>
          <a:p>
            <a:pPr/>
            <a:r>
              <a:t>Простое управление.</a:t>
            </a:r>
          </a:p>
          <a:p>
            <a:pPr/>
            <a:r>
              <a:t>Хорошие обвязки.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А что ещё есть?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А что ещё есть?</a:t>
            </a:r>
          </a:p>
        </p:txBody>
      </p:sp>
      <p:sp>
        <p:nvSpPr>
          <p:cNvPr id="216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Kafka - отличается от RabbitMQ хранением в лентах. Данные хранятся постоянно/какое-то время. Для чтения нужно знать оффсет в ленте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Kafka - отличается от RabbitMQ хранением в лентах. Данные хранятся постоянно/какое-то время. Для чтения нужно знать оффсет в ленте.</a:t>
            </a:r>
          </a:p>
          <a:p>
            <a:pPr/>
            <a:r>
              <a:t>Azure Service Bus.</a:t>
            </a:r>
          </a:p>
          <a:p>
            <a:pPr/>
            <a:r>
              <a:t>Очереди поверх БД.</a:t>
            </a:r>
          </a:p>
          <a:p>
            <a:pPr/>
            <a:r>
              <a:t>Внутренние решения.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Топологии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Топологии</a:t>
            </a:r>
          </a:p>
        </p:txBody>
      </p:sp>
      <p:sp>
        <p:nvSpPr>
          <p:cNvPr id="220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Direct exchange - прямая связь через очередь источника и потребителя с помощью специального ключа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Direct exchange - прямая связь через очередь источника и потребителя с помощью специального ключа.</a:t>
            </a:r>
          </a:p>
          <a:p>
            <a:pPr/>
            <a:r>
              <a:t>Fanout - подключение сразу нескольких потребителей к одному источнику.</a:t>
            </a:r>
          </a:p>
          <a:p>
            <a:pPr/>
            <a:r>
              <a:t>Topic exchange - разделение очереди на несколько подочередей (топиков) с помощью паттерн-матчинга ключа.</a:t>
            </a:r>
          </a:p>
          <a:p>
            <a:pPr/>
            <a:r>
              <a:t>Headers exchange - маршрутизация на основе заголовков сообщений.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MassTransit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MassTransit</a:t>
            </a:r>
          </a:p>
        </p:txBody>
      </p:sp>
      <p:sp>
        <p:nvSpPr>
          <p:cNvPr id="224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Библиотека для работы с разными очередями для .NET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Библиотека для работы с разными очередями для .NET.</a:t>
            </a:r>
          </a:p>
          <a:p>
            <a:pPr/>
            <a:r>
              <a:t>Поддерживает RabbitMQ, Kafka, очереди на Postgres и т. д.</a:t>
            </a:r>
          </a:p>
          <a:p>
            <a:pPr/>
            <a:r>
              <a:t>Удобна тем, что сама создаёт нужные очереди, топики, поддерживает передоставку и т. п.</a:t>
            </a:r>
          </a:p>
        </p:txBody>
      </p:sp>
      <p:pic>
        <p:nvPicPr>
          <p:cNvPr id="226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73676" y="977556"/>
            <a:ext cx="2540002" cy="254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Заголовок слайда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Ещё MassTransit поддерживает написание тестов на очередь без поднимания её самой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Ещё MassTransit поддерживает написание тестов на очередь без поднимания её самой.</a:t>
            </a:r>
          </a:p>
          <a:p>
            <a:pPr/>
            <a:r>
              <a:t>А ещё есть поддержка паттерна Saga.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Outbox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Outbox</a:t>
            </a:r>
          </a:p>
        </p:txBody>
      </p:sp>
      <p:sp>
        <p:nvSpPr>
          <p:cNvPr id="233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Паттерн, позволяющий не терять сообщения при потере сетевого соединения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Паттерн, позволяющий не терять сообщения при потере сетевого соединения.</a:t>
            </a:r>
          </a:p>
          <a:p>
            <a:pPr/>
            <a:r>
              <a:t>Заключается в сохранении сообщений в БД.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